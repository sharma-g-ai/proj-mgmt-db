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InfraSpecs &amp; InfraBilling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walkthrough · Inventory → Upload → Extract → Check → Report (USD)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0" y="320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Snehitha  ·  Proj-Mgmt-DB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0759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44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setup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1828800"/>
            <a:ext cx="181965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project → InfraSpecs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Tool (required)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restrict by account #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14300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130759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3258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344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07792" y="1828800"/>
            <a:ext cx="181965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inventory by env tabs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 / Staging / …)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scope ⇒ all lines OOS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114300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130759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3258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1344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extract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93792" y="1828800"/>
            <a:ext cx="181965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→ progress 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locked to project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reject if toggle 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114300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130759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3258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63840" y="1344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flags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79792" y="1828800"/>
            <a:ext cx="181965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Detail: file + 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pills / highlight near Resources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sheet by account cols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01200" y="1143000"/>
            <a:ext cx="2148840" cy="30632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38360" y="130759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38360" y="132588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149840" y="1344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765792" y="1828800"/>
            <a:ext cx="181965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InfraBilling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pivot by tool / project / month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XLSX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4348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617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path:  Projects → InfraSpecs  →  Resources (env)  →  Upload invoice  →  Extract  →  OOS / month totals  →  Reports → InfraBilling (USD)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5440680"/>
            <a:ext cx="11277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InfraOps manage · Manager-Lead view-only   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demo tip: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matching resources first, then upload — OOS flags review only (totals still show).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InfraSpecs &amp; InfraBilling · Single-slide walkthrough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InfraSpecs &amp; InfraBilling — App Walkthrough</dc:title>
  <dc:subject>PptxGenJS Presentation</dc:subject>
  <dc:creator>Snehitha</dc:creator>
  <cp:lastModifiedBy>Snehitha</cp:lastModifiedBy>
  <cp:revision>1</cp:revision>
  <dcterms:created xsi:type="dcterms:W3CDTF">2026-08-06T11:17:05Z</dcterms:created>
  <dcterms:modified xsi:type="dcterms:W3CDTF">2026-08-06T11:17:05Z</dcterms:modified>
</cp:coreProperties>
</file>