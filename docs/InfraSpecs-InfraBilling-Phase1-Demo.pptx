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945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InfraSpecs &amp; InfraBilling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Phase-1 Demo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→ Upload invoice → Extract → Check scope → Report (USD)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Snehitha  ·  Proj-Mgmt-DB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Phase-1 billing flow for a project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8132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InfraSpecs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49040" y="148132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cloud/SaaS resources per project (EC2, S3, Lambda, …)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5000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upload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49040" y="235000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vendor bill (PDF / image / text) and store it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1868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321868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header + service line items from the file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8736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checks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49040" y="408736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charges, duplicates, amount/period issues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5604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InfraBilling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49040" y="495604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totals in reports, converted to USD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InfraSpecs &amp; InfraBilling · Phase-1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Phase-1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items allotted to Snehitha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498080"/>
                <a:gridCol w="24688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Migrate SQLite → Supabase + script verification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parsing logic + unit tests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discrepancy detection + unit tests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Service-wise billing display (EC2, Lambda, …) + tests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UI/UX enhancements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(teammate): Supabase schema, Auth, Vercel deploy + env vars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InfraSpecs &amp; InfraBilling · Phase-1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 — one diagram for the review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2402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377440" y="201168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22402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6908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43400" y="201168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22402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09360" y="201168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2402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0100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75320" y="201168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22402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96696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241280" y="201168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0" y="22402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extract fails → retry / paste text.  If out-of-scope → fix inventory or edit lines → recheck.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7548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50749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Empty InfraSpecs inventory ⇒ every non-zero bill line is out of scope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Matching is by service type (EC2, S3…), not AWS linked-account 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Save writes invoice header + all line items together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InfraSpecs &amp; InfraBilling · Phase-1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detail (demo screen)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vs extracted data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— Uploaded file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image preview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new tab if needed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— Extracted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28600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Invoice #, period, currency, total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 items (service + amount)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Out-of-scope badges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Edit → one Save for header + lines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Re-extract / Delete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InfraSpecs &amp; InfraBilling · Phase-1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flags (S.No 10)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is not in this project’s InfraSpecs (service / type match)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24688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invoice number or same period + amount as another bill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issues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66760" y="24688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period, amount vs lines mismatch, no line items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resources  ·  or edit extracted lines + Save  ·  then Recheck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InfraSpecs &amp; InfraBilling · Phase-1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this order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project → InfraSpecs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0574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Resources inventory (types already added)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743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open an invoice → wait for Extracted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429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detail: compare PDF vs line items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1148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out any Out of scope pills → fix or explain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846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48006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if needed → Save once → confirm totals / report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InfraSpecs &amp; InfraBilling · Phase-1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 → Supabase migration (3)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Invoice parsing (9)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Discrepancy detection (10)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Service-wise line display (11)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UI for list + invoice detail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Finish UI/UX (19) + QA hours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Smoke demo path end-to-end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Note: no multi-account AWS split yet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 off any open polish items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InfraSpecs &amp; InfraBilling · Phase-1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InfraSpecs &amp; InfraBilling — Phase-1 Demo</dc:title>
  <dc:subject>PptxGenJS Presentation</dc:subject>
  <dc:creator>Snehitha</dc:creator>
  <cp:lastModifiedBy>Snehitha</cp:lastModifiedBy>
  <cp:revision>1</cp:revision>
  <dcterms:created xsi:type="dcterms:W3CDTF">2026-07-28T03:45:34Z</dcterms:created>
  <dcterms:modified xsi:type="dcterms:W3CDTF">2026-07-28T03:45:34Z</dcterms:modified>
</cp:coreProperties>
</file>